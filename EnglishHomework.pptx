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24384000" cy="13716000"/>
  <p:notesSz cx="5143500" cy="9144000"/>
  <p:embeddedFontLst>
    <p:embeddedFont>
      <p:font typeface="Lucida Handwriting" panose="03010101010101010101" pitchFamily="66" charset="0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华文隶书" panose="02010800040101010101" pitchFamily="2" charset="-122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41" d="100"/>
          <a:sy n="41" d="100"/>
        </p:scale>
        <p:origin x="4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99AD5-345A-4895-9867-D38D86DBE0D9}" type="datetimeFigureOut">
              <a:rPr lang="zh-CN" altLang="en-US" smtClean="0"/>
              <a:t>2021/11/17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2C82A-D4EE-46A3-9B4C-862A0FABDD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722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2C82A-D4EE-46A3-9B4C-862A0FABDDD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856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image 10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7A9A8C1-27B5-4DC3-BB4E-243C7D912724}"/>
              </a:ext>
            </a:extLst>
          </p:cNvPr>
          <p:cNvSpPr txBox="1"/>
          <p:nvPr/>
        </p:nvSpPr>
        <p:spPr>
          <a:xfrm>
            <a:off x="4795935" y="3605910"/>
            <a:ext cx="149336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600" dirty="0">
                <a:latin typeface="Lucida Handwriting" panose="03010101010101010101" pitchFamily="66" charset="0"/>
              </a:rPr>
              <a:t>My favorite music</a:t>
            </a:r>
            <a:endParaRPr lang="zh-CN" altLang="en-US" sz="9600" dirty="0">
              <a:latin typeface="Lucida Handwriting" panose="03010101010101010101" pitchFamily="66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4872C0-FD35-4436-A513-12CE658DFE73}"/>
              </a:ext>
            </a:extLst>
          </p:cNvPr>
          <p:cNvSpPr txBox="1"/>
          <p:nvPr/>
        </p:nvSpPr>
        <p:spPr>
          <a:xfrm>
            <a:off x="7408505" y="6486721"/>
            <a:ext cx="144484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200" dirty="0">
                <a:latin typeface="Lucida Handwriting" panose="03010101010101010101" pitchFamily="66" charset="0"/>
                <a:ea typeface="华文隶书" pitchFamily="2" charset="-122"/>
                <a:cs typeface="Arial" panose="020B0604020202020204" pitchFamily="34" charset="0"/>
              </a:rPr>
              <a:t>——</a:t>
            </a:r>
            <a:r>
              <a:rPr lang="en-US" altLang="zh-CN" sz="7200" b="0" i="0" dirty="0">
                <a:solidFill>
                  <a:srgbClr val="666666"/>
                </a:solidFill>
                <a:effectLst/>
                <a:latin typeface="Lucida Handwriting" panose="03010101010101010101" pitchFamily="66" charset="0"/>
              </a:rPr>
              <a:t>Foreign popular music</a:t>
            </a:r>
          </a:p>
          <a:p>
            <a:endParaRPr lang="zh-CN" altLang="en-US" sz="3600" dirty="0">
              <a:latin typeface="Arial" panose="020B0604020202020204" pitchFamily="34" charset="0"/>
              <a:ea typeface="华文隶书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83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image 20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5A1FCCC-2D57-4442-9FBF-668905202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233" y="3883867"/>
            <a:ext cx="5466184" cy="5481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DA162EF-1B52-4DDD-93A4-E44211627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088" y="3883867"/>
            <a:ext cx="5021132" cy="5481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1FEFB07-A4ED-4D09-AD8F-2BB2A3E79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6567" y="3883867"/>
            <a:ext cx="4823539" cy="5481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0AFEA43-2466-46BA-B677-AF60CA5AD4CB}"/>
              </a:ext>
            </a:extLst>
          </p:cNvPr>
          <p:cNvSpPr txBox="1"/>
          <p:nvPr/>
        </p:nvSpPr>
        <p:spPr>
          <a:xfrm>
            <a:off x="5836298" y="10069677"/>
            <a:ext cx="14373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>
                <a:latin typeface="华文隶书" pitchFamily="2" charset="-122"/>
                <a:ea typeface="华文隶书" pitchFamily="2" charset="-122"/>
              </a:rPr>
              <a:t>Beautiful now   			The Nights			  Despacito</a:t>
            </a:r>
            <a:endParaRPr lang="zh-CN" altLang="en-US" sz="4000" dirty="0"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E2A070-DE41-4F67-A60A-55D4C399978F}"/>
              </a:ext>
            </a:extLst>
          </p:cNvPr>
          <p:cNvSpPr txBox="1"/>
          <p:nvPr/>
        </p:nvSpPr>
        <p:spPr>
          <a:xfrm>
            <a:off x="7269325" y="1345445"/>
            <a:ext cx="12344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800" dirty="0">
                <a:latin typeface="华文隶书" pitchFamily="2" charset="-122"/>
                <a:ea typeface="华文隶书" pitchFamily="2" charset="-122"/>
              </a:rPr>
              <a:t>Some classic  songs</a:t>
            </a:r>
            <a:endParaRPr lang="zh-CN" altLang="en-US" sz="8800" dirty="0">
              <a:latin typeface="华文隶书" pitchFamily="2" charset="-122"/>
              <a:ea typeface="华文隶书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183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image 30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050" name="Picture 2" descr="疲惫的图片 的图像结果">
            <a:extLst>
              <a:ext uri="{FF2B5EF4-FFF2-40B4-BE49-F238E27FC236}">
                <a16:creationId xmlns:a16="http://schemas.microsoft.com/office/drawing/2014/main" id="{87BEA146-3FA9-470C-8FBB-F08DD5A1C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46" y="1754157"/>
            <a:ext cx="4441372" cy="490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学习的图片 的图像结果.大小：187 x 133。 资料来源：699pic.com">
            <a:extLst>
              <a:ext uri="{FF2B5EF4-FFF2-40B4-BE49-F238E27FC236}">
                <a16:creationId xmlns:a16="http://schemas.microsoft.com/office/drawing/2014/main" id="{E6AF6344-181A-4234-9895-682B5C320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44" y="7053942"/>
            <a:ext cx="4441374" cy="490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箭头: 燕尾形 1">
            <a:extLst>
              <a:ext uri="{FF2B5EF4-FFF2-40B4-BE49-F238E27FC236}">
                <a16:creationId xmlns:a16="http://schemas.microsoft.com/office/drawing/2014/main" id="{85F5413D-910A-425F-A3F7-3DE0AE5C5137}"/>
              </a:ext>
            </a:extLst>
          </p:cNvPr>
          <p:cNvSpPr/>
          <p:nvPr/>
        </p:nvSpPr>
        <p:spPr>
          <a:xfrm>
            <a:off x="10437848" y="5281126"/>
            <a:ext cx="3209730" cy="783771"/>
          </a:xfrm>
          <a:prstGeom prst="notchedRightArrow">
            <a:avLst>
              <a:gd name="adj1" fmla="val 34597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燕尾形 6">
            <a:extLst>
              <a:ext uri="{FF2B5EF4-FFF2-40B4-BE49-F238E27FC236}">
                <a16:creationId xmlns:a16="http://schemas.microsoft.com/office/drawing/2014/main" id="{4D5FA49A-344A-4D52-B455-7EDE78227906}"/>
              </a:ext>
            </a:extLst>
          </p:cNvPr>
          <p:cNvSpPr/>
          <p:nvPr/>
        </p:nvSpPr>
        <p:spPr>
          <a:xfrm>
            <a:off x="10437848" y="7053942"/>
            <a:ext cx="3209730" cy="783771"/>
          </a:xfrm>
          <a:prstGeom prst="notchedRightArrow">
            <a:avLst>
              <a:gd name="adj1" fmla="val 34597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6" name="Picture 8" descr="兴奋的图片 的图像结果">
            <a:extLst>
              <a:ext uri="{FF2B5EF4-FFF2-40B4-BE49-F238E27FC236}">
                <a16:creationId xmlns:a16="http://schemas.microsoft.com/office/drawing/2014/main" id="{9D4E69BC-5507-40C3-A6A7-257393376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486" y="4161454"/>
            <a:ext cx="5395718" cy="589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694AC73-D317-409C-98B3-FDE653BC7076}"/>
              </a:ext>
            </a:extLst>
          </p:cNvPr>
          <p:cNvSpPr txBox="1"/>
          <p:nvPr/>
        </p:nvSpPr>
        <p:spPr>
          <a:xfrm>
            <a:off x="5399317" y="320562"/>
            <a:ext cx="121951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200" dirty="0">
                <a:latin typeface="华文隶书" pitchFamily="2" charset="-122"/>
                <a:ea typeface="华文隶书" pitchFamily="2" charset="-122"/>
              </a:rPr>
              <a:t>Tired</a:t>
            </a:r>
            <a:endParaRPr lang="zh-CN" altLang="en-US" sz="7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F790E9-9A58-4B5F-A687-53D4D3902F71}"/>
              </a:ext>
            </a:extLst>
          </p:cNvPr>
          <p:cNvSpPr txBox="1"/>
          <p:nvPr/>
        </p:nvSpPr>
        <p:spPr>
          <a:xfrm>
            <a:off x="15558796" y="2495167"/>
            <a:ext cx="12344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0" dirty="0">
                <a:latin typeface="华文隶书" pitchFamily="2" charset="-122"/>
                <a:ea typeface="华文隶书" pitchFamily="2" charset="-122"/>
              </a:rPr>
              <a:t>Excited</a:t>
            </a:r>
            <a:endParaRPr lang="zh-CN" altLang="en-US" sz="8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image 40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F4BFBDB-9C2D-442F-A42F-6C2CD380D4E4}"/>
              </a:ext>
            </a:extLst>
          </p:cNvPr>
          <p:cNvSpPr txBox="1"/>
          <p:nvPr/>
        </p:nvSpPr>
        <p:spPr>
          <a:xfrm>
            <a:off x="6806682" y="6073170"/>
            <a:ext cx="121951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600" b="1" dirty="0">
                <a:latin typeface="Lucida Handwriting" panose="03010101010101010101" pitchFamily="66" charset="0"/>
              </a:rPr>
              <a:t>Thank  you !</a:t>
            </a:r>
            <a:endParaRPr lang="zh-CN" altLang="en-US" sz="9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28</Words>
  <Application>Microsoft Office PowerPoint</Application>
  <PresentationFormat>自定义</PresentationFormat>
  <Paragraphs>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Lucida Handwriting</vt:lpstr>
      <vt:lpstr>华文隶书</vt:lpstr>
      <vt:lpstr>Arial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稿定设计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稿定设计 ppt</dc:title>
  <dc:subject>www.gaoding.com</dc:subject>
  <dc:creator>稿定设计</dc:creator>
  <cp:lastModifiedBy>游 意</cp:lastModifiedBy>
  <cp:revision>6</cp:revision>
  <dcterms:created xsi:type="dcterms:W3CDTF">2021-11-17T12:20:38Z</dcterms:created>
  <dcterms:modified xsi:type="dcterms:W3CDTF">2021-11-17T14:11:45Z</dcterms:modified>
</cp:coreProperties>
</file>